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MediConnect Cameroon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Bridging the Healthcare Gap in Rural Cameroon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 rural Cameroon, access to healthcare is severely limited by:</a:t>
            </a:r>
          </a:p>
          <a:p>
            <a:r>
              <a:t>- Distance</a:t>
            </a:r>
          </a:p>
          <a:p>
            <a:r>
              <a:t>- Lack of specialist doctors</a:t>
            </a:r>
          </a:p>
          <a:p>
            <a:r>
              <a:t>- Inadequate medical infrastructure</a:t>
            </a:r>
          </a:p>
          <a:p/>
          <a:p>
            <a:r>
              <a:t>MediConnect Cameroon aims to bridge this gap using technology.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 a cloud-based platform enabling rural clinics to:</a:t>
            </a:r>
          </a:p>
          <a:p>
            <a:r>
              <a:t>1. Consult specialist doctors remotely (via video conferencing).</a:t>
            </a:r>
          </a:p>
          <a:p>
            <a:r>
              <a:t>2. Store and share patient records securely.</a:t>
            </a:r>
          </a:p>
          <a:p>
            <a:r>
              <a:t>3. Receive alerts and recommendations based on symptom analysis (simple AI).</a:t>
            </a:r>
          </a:p>
          <a:p>
            <a:r>
              <a:t>4. Manage medicine inventory in real 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platform will consist of:</a:t>
            </a:r>
          </a:p>
          <a:p>
            <a:r>
              <a:t>- Frontend: User interface for clinics and doctors.</a:t>
            </a:r>
          </a:p>
          <a:p>
            <a:r>
              <a:t>- Backend: Cloud-based server for data processing and storage.</a:t>
            </a:r>
          </a:p>
          <a:p>
            <a:r>
              <a:t>- Database: Secure storage for patient records and inventory data.</a:t>
            </a:r>
          </a:p>
          <a:p>
            <a:r>
              <a:t>- AI Module: Symptom analysis and recommendation engine.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Remote Consultation: Video conferencing for real-time doctor-patient interaction.</a:t>
            </a:r>
          </a:p>
          <a:p>
            <a:r>
              <a:t>2. Electronic Health Records: Secure storage and sharing of patient data.</a:t>
            </a:r>
          </a:p>
          <a:p>
            <a:r>
              <a:t>3. AI Symptom Analysis: Alerts and recommendations based on patient symptoms.</a:t>
            </a:r>
          </a:p>
          <a:p>
            <a:r>
              <a:t>4. Inventory Management: Real-time tracking of medicine stock.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Improved access to specialist care.</a:t>
            </a:r>
          </a:p>
          <a:p>
            <a:r>
              <a:t>- Timely diagnosis and treatment.</a:t>
            </a:r>
          </a:p>
          <a:p>
            <a:r>
              <a:t>- Efficient management of medical resources.</a:t>
            </a:r>
          </a:p>
          <a:p>
            <a:r>
              <a:t>- Enhanced patient outcomes in rural areas.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Requirements Analysis: Gather needs from rural clinics and specialists.</a:t>
            </a:r>
          </a:p>
          <a:p>
            <a:r>
              <a:t>2. System Design: Develop architecture and user interface.</a:t>
            </a:r>
          </a:p>
          <a:p>
            <a:r>
              <a:t>3. Development: Build the platform and integrate AI module.</a:t>
            </a:r>
          </a:p>
          <a:p>
            <a:r>
              <a:t>4. Testing: Ensure functionality, security, and usability.</a:t>
            </a:r>
          </a:p>
          <a:p>
            <a:r>
              <a:t>5. Deployment: Roll out the platform in selected clinics.</a:t>
            </a:r>
          </a:p>
          <a:p>
            <a:r>
              <a:t>6. Training: Educate staff on platform usage.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and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Limited Internet: Use offline capabilities and low-bandwidth solutions.</a:t>
            </a:r>
          </a:p>
          <a:p>
            <a:r>
              <a:t>- Low Tech Literacy: Provide user-friendly interfaces and training.</a:t>
            </a:r>
          </a:p>
          <a:p>
            <a:r>
              <a:t>- Data Security: Implement robust encryption and access controls.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MediConnect Cameroon is a transformative project that leverages technology to improve healthcare access in rural areas.</a:t>
            </a:r>
          </a:p>
          <a:p>
            <a:r>
              <a:t>By connecting clinics with specialists and optimizing resource management, it aims to enhance health outcomes and save lives.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